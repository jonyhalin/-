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96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任意多边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任意多边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FB05280-BF90-4C9B-91C1-39D632326957}" type="datetimeFigureOut">
              <a:rPr lang="zh-CN" altLang="en-US" smtClean="0"/>
              <a:t>2021-5-21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75D2FA0-376F-46E8-9908-9D722F43C7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FB05280-BF90-4C9B-91C1-39D632326957}" type="datetimeFigureOut">
              <a:rPr lang="zh-CN" altLang="en-US" smtClean="0"/>
              <a:t>2021-5-21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75D2FA0-376F-46E8-9908-9D722F43C7C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FB05280-BF90-4C9B-91C1-39D632326957}" type="datetimeFigureOut">
              <a:rPr lang="zh-CN" altLang="en-US" smtClean="0"/>
              <a:t>2021-5-21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75D2FA0-376F-46E8-9908-9D722F43C7C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FB05280-BF90-4C9B-91C1-39D632326957}" type="datetimeFigureOut">
              <a:rPr lang="zh-CN" altLang="en-US" smtClean="0"/>
              <a:t>2021-5-21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75D2FA0-376F-46E8-9908-9D722F43C7C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FB05280-BF90-4C9B-91C1-39D632326957}" type="datetimeFigureOut">
              <a:rPr lang="zh-CN" altLang="en-US" smtClean="0"/>
              <a:t>2021-5-21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75D2FA0-376F-46E8-9908-9D722F43C7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FB05280-BF90-4C9B-91C1-39D632326957}" type="datetimeFigureOut">
              <a:rPr lang="zh-CN" altLang="en-US" smtClean="0"/>
              <a:t>2021-5-21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75D2FA0-376F-46E8-9908-9D722F43C7C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FB05280-BF90-4C9B-91C1-39D632326957}" type="datetimeFigureOut">
              <a:rPr lang="zh-CN" altLang="en-US" smtClean="0"/>
              <a:t>2021-5-21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75D2FA0-376F-46E8-9908-9D722F43C7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BFB05280-BF90-4C9B-91C1-39D632326957}" type="datetimeFigureOut">
              <a:rPr lang="zh-CN" altLang="en-US" smtClean="0"/>
              <a:t>2021-5-21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75D2FA0-376F-46E8-9908-9D722F43C7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FB05280-BF90-4C9B-91C1-39D632326957}" type="datetimeFigureOut">
              <a:rPr lang="zh-CN" altLang="en-US" smtClean="0"/>
              <a:t>2021-5-21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75D2FA0-376F-46E8-9908-9D722F43C7C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任意多边形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FB05280-BF90-4C9B-91C1-39D632326957}" type="datetimeFigureOut">
              <a:rPr lang="zh-CN" altLang="en-US" smtClean="0"/>
              <a:t>2021-5-21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75D2FA0-376F-46E8-9908-9D722F43C7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FB05280-BF90-4C9B-91C1-39D632326957}" type="datetimeFigureOut">
              <a:rPr lang="zh-CN" altLang="en-US" smtClean="0"/>
              <a:t>2021-5-21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75D2FA0-376F-46E8-9908-9D722F43C7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任意多边形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FB05280-BF90-4C9B-91C1-39D632326957}" type="datetimeFigureOut">
              <a:rPr lang="zh-CN" altLang="en-US" smtClean="0"/>
              <a:t>2021-5-21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575D2FA0-376F-46E8-9908-9D722F43C7C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57158" y="1752601"/>
            <a:ext cx="8501122" cy="1829761"/>
          </a:xfrm>
        </p:spPr>
        <p:txBody>
          <a:bodyPr>
            <a:normAutofit fontScale="90000"/>
          </a:bodyPr>
          <a:lstStyle/>
          <a:p>
            <a:r>
              <a:rPr lang="zh-CN" altLang="en-US" b="1" dirty="0" smtClean="0"/>
              <a:t>移入</a:t>
            </a:r>
            <a:r>
              <a:rPr lang="en-US" altLang="zh-CN" b="1" dirty="0" smtClean="0"/>
              <a:t>-</a:t>
            </a:r>
            <a:r>
              <a:rPr lang="zh-CN" altLang="en-US" b="1" dirty="0" smtClean="0"/>
              <a:t>归约冲突、归约</a:t>
            </a:r>
            <a:r>
              <a:rPr lang="en-US" altLang="zh-CN" b="1" dirty="0" smtClean="0"/>
              <a:t>--</a:t>
            </a:r>
            <a:r>
              <a:rPr lang="zh-CN" altLang="en-US" b="1" dirty="0" smtClean="0"/>
              <a:t>归约冲突</a:t>
            </a:r>
            <a:br>
              <a:rPr lang="zh-CN" altLang="en-US" b="1" dirty="0" smtClean="0"/>
            </a:b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 smtClean="0"/>
              <a:t>移入</a:t>
            </a:r>
            <a:r>
              <a:rPr lang="en-US" altLang="zh-CN" b="1" dirty="0" smtClean="0"/>
              <a:t>--</a:t>
            </a:r>
            <a:r>
              <a:rPr lang="zh-CN" altLang="en-US" b="1" dirty="0" smtClean="0"/>
              <a:t>归约冲突</a:t>
            </a:r>
            <a:r>
              <a:rPr lang="zh-CN" altLang="en-US" dirty="0" smtClean="0"/>
              <a:t>：某一产生式的右部是另一产生式的前缀</a:t>
            </a:r>
          </a:p>
          <a:p>
            <a:r>
              <a:rPr lang="zh-CN" altLang="en-US" b="1" dirty="0" smtClean="0"/>
              <a:t>归约</a:t>
            </a:r>
            <a:r>
              <a:rPr lang="en-US" altLang="zh-CN" b="1" dirty="0" smtClean="0"/>
              <a:t>--</a:t>
            </a:r>
            <a:r>
              <a:rPr lang="zh-CN" altLang="en-US" b="1" dirty="0" smtClean="0"/>
              <a:t>归约冲突</a:t>
            </a:r>
            <a:r>
              <a:rPr lang="zh-CN" altLang="en-US" dirty="0" smtClean="0"/>
              <a:t>：不同产生式有相同的右部 或者 产生式的右部是另一产生式的后缀</a:t>
            </a:r>
          </a:p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C:\Users\Lenovo\Desktop\2020042211441471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14290"/>
            <a:ext cx="7452830" cy="64294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50" name="Picture 2" descr="C:\Users\Lenovo\Desktop\6dd0565b852b94bb8655f82c7c01642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721" y="785794"/>
            <a:ext cx="8886279" cy="41434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56</TotalTime>
  <Words>51</Words>
  <Application>Microsoft Office PowerPoint</Application>
  <PresentationFormat>全屏显示(4:3)</PresentationFormat>
  <Paragraphs>3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聚合</vt:lpstr>
      <vt:lpstr>移入-归约冲突、归约--归约冲突 </vt:lpstr>
      <vt:lpstr>幻灯片 2</vt:lpstr>
      <vt:lpstr>幻灯片 3</vt:lpstr>
      <vt:lpstr>幻灯片 4</vt:lpstr>
      <vt:lpstr>幻灯片 5</vt:lpstr>
      <vt:lpstr>幻灯片 6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移入-归约冲突、归约--归约冲突</dc:title>
  <dc:creator>王娜</dc:creator>
  <cp:lastModifiedBy>王娜</cp:lastModifiedBy>
  <cp:revision>4</cp:revision>
  <dcterms:created xsi:type="dcterms:W3CDTF">2021-05-21T02:17:25Z</dcterms:created>
  <dcterms:modified xsi:type="dcterms:W3CDTF">2021-05-21T03:14:17Z</dcterms:modified>
</cp:coreProperties>
</file>